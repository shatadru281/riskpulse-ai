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value (USD millions)</c:v>
                </c:pt>
              </c:strCache>
            </c:strRef>
          </c:tx>
          <c:spPr>
            <a:solidFill>
              <a:srgbClr val="102C3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45-4B0C-A71C-BF5D576B60DE}"/>
              </c:ext>
            </c:extLst>
          </c:dPt>
          <c:dPt>
            <c:idx val="1"/>
            <c:invertIfNegative val="0"/>
            <c:bubble3D val="0"/>
            <c:spPr>
              <a:solidFill>
                <a:srgbClr val="087F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45-4B0C-A71C-BF5D576B60DE}"/>
              </c:ext>
            </c:extLst>
          </c:dPt>
          <c:dLbls>
            <c:numFmt formatCode="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02C36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93.918603860000005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745-4B0C-A71C-BF5D576B60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272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Educational hackathon prototype. All demo reports and portfolio positions are synthetic. Fill candidate details before submission. Branding does not imply sponsor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chain is information, intelligence, risk signal, scenario, portfolio impact and decision support. The application implements Module B strategic portfolio stress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are BBC business RSS and Reddit finance Atom in live mode, plus independent local fallbacks. Source adapters normalize content. Cleaning, deduplication and dictionary entities feed a deterministic provider. Local JSON persists normalized inputs, signals and scenario results. The browser polls state every 30 seconds; live feeds refresh at most once per five minutes while requested. See docs/METHODOLOGY.md and source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come from the actual TypeScript risk engine at a fixed demonstration clock. No random scores, pretrained model or paid API is required. Confidence is rule evidence, not measured accuracy. Transformers.js was investigated but model downloads and finance-specific validation were avoided for reliable offline judging. https://huggingface.co/docs/transformers.js/en/pipelines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generator computes these outputs by calling the same services as the API. Rates and spreads are decimals internally; 0.01 equals 100 basis points. Duration values bonds, incremental EAD × PD × LGD values loans, signed DV01 values swaps, and signed exposure values FX. Derivative hedges can gain. This scenario is not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screenshot is a locally rendered application view, when available. Key outputs include machine-readable signals, factors explaining impact, automatic threshold triggers, individual scenario exports and position-level loss attribution. These are prototype capabilities, not evidence of predictive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include fixed parallel shocks, no convexity, no yield-curve modeling, no stressed liquidity, no calibrated dependence or production authentication. Real company dictionary entries are lookup examples only. All sample events are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C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RiskPulse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rgbClr val="ABD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AI Financial Risk Intelligence &amp;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rgbClr val="ABD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Portfolio Stress Testing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S&amp;P Global &amp; CRISIL Campus Hackathon 2026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482803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A1B9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Candidate: </a:t>
            </a:r>
            <a:r>
              <a:rPr lang="en-US" sz="1700" dirty="0" err="1">
                <a:solidFill>
                  <a:srgbClr val="A1B9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Shatadru</a:t>
            </a:r>
            <a:r>
              <a:rPr lang="en-US" sz="1700" dirty="0">
                <a:solidFill>
                  <a:srgbClr val="A1B9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dirty="0" err="1">
                <a:solidFill>
                  <a:srgbClr val="A1B9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Adhikary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A1B9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 / campus: Vellore Institute of Technology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A1B9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 email: shatadru.23bce8160@vitapstudent.ac.in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&amp;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8780"/>
                </a:solidFill>
              </a:rPr>
              <a:t>RiskPulse AI   /   Campus Hackathon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780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information moves faster than a static portfolio view.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4048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300" dirty="0">
                <a:solidFill>
                  <a:srgbClr val="70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teams need to see which event matters, why it matters, and how an illustrative scenario affects their exposures.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87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4074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3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 + social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017520" y="4663440"/>
            <a:ext cx="292608" cy="0"/>
          </a:xfrm>
          <a:prstGeom prst="line">
            <a:avLst/>
          </a:prstGeom>
          <a:noFill/>
          <a:ln w="19050">
            <a:solidFill>
              <a:srgbClr val="087F7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7472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87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44074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3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NLP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897880" y="4663440"/>
            <a:ext cx="292608" cy="0"/>
          </a:xfrm>
          <a:prstGeom prst="line">
            <a:avLst/>
          </a:prstGeom>
          <a:noFill/>
          <a:ln w="19050">
            <a:solidFill>
              <a:srgbClr val="087F7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5508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87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44074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3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signals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8778240" y="4663440"/>
            <a:ext cx="292608" cy="0"/>
          </a:xfrm>
          <a:prstGeom prst="line">
            <a:avLst/>
          </a:prstGeom>
          <a:noFill/>
          <a:ln w="19050">
            <a:solidFill>
              <a:srgbClr val="087F7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23544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87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35440" y="44074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3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testing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94360" y="55961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70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support starts with traceable evidence and a visible link to portfolio impact.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8780"/>
                </a:solidFill>
              </a:rPr>
              <a:t>RiskPulse AI   /   Campus Hackathon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780"/>
                </a:solidFill>
              </a:rPr>
              <a:t>03</a:t>
            </a:r>
            <a:endParaRPr lang="en-US" sz="900" dirty="0"/>
          </a:p>
        </p:txBody>
      </p:sp>
      <p:pic>
        <p:nvPicPr>
          <p:cNvPr id="5" name="Image 0" descr="doc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2" y="1133856"/>
            <a:ext cx="902512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AI/NLP Risk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8780"/>
                </a:solidFill>
              </a:rPr>
              <a:t>RiskPulse AI   /   Campus Hackathon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780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087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Sentiment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926080" y="1417320"/>
            <a:ext cx="8412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financial phrases with negation and intensifiers. Range −1 to +1.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4871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087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926080" y="2487168"/>
            <a:ext cx="8412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Eleven event classes compete on weighted evidence. Confidence is heuristic.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55701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087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926080" y="3557016"/>
            <a:ext cx="8412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Severity, sentiment, urgency, systemic context, entities, source and recency.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46268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087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Entities &amp; evidence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926080" y="4626864"/>
            <a:ext cx="8412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names and tickers. Matched terms and every impact factor remain visible.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4360" y="58338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70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Geopolitical demo: sentiment -0.982  /  impact 9.5/10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portfolio stress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8780"/>
                </a:solidFill>
              </a:rPr>
              <a:t>RiskPulse AI   /   Campus Hackathon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780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100" dirty="0">
                <a:solidFill>
                  <a:srgbClr val="70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High-impact event → scenario → shocks → valuation → portfolio impact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7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Geopolitical event   9.5/10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4754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-9.39%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Rates +94 bp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spreads +141 bp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FX -4.69%</a:t>
            </a:r>
            <a:endParaRPr lang="en-US" sz="2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217920" y="2011680"/>
          <a:ext cx="51206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257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900" b="1" dirty="0">
                <a:solidFill>
                  <a:srgbClr val="B54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$6.08M illustrative loss  /  6.08% drawdown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94360" y="59710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0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DEMONSTRATION ASSUMPTIONS. Independent scenario on a $100M synthetic portfolio.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&amp; domain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8780"/>
                </a:solidFill>
              </a:rPr>
              <a:t>RiskPulse AI   /   Campus Hackathon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780"/>
                </a:solidFill>
              </a:rPr>
              <a:t>06</a:t>
            </a:r>
            <a:endParaRPr lang="en-US" sz="900" dirty="0"/>
          </a:p>
        </p:txBody>
      </p:sp>
      <p:pic>
        <p:nvPicPr>
          <p:cNvPr id="5" name="Image 0" descr="doc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51510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41080" y="1600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4600" b="1" dirty="0">
                <a:solidFill>
                  <a:srgbClr val="087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641080" y="235915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demo scenarios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41080" y="34381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4600" b="1" dirty="0">
                <a:solidFill>
                  <a:srgbClr val="087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641080" y="419709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positions across six asset classes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5925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evidence trail links a financial headline to a scenario and asset-level losses.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8780"/>
                </a:solidFill>
              </a:rPr>
              <a:t>RiskPulse AI   /   Campus Hackathon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780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boundaries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0" y="150876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087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improvements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70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English NLP can miss context.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318211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70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feeds can fail or contain rumors.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403250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70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Shocks are illustrative and uncalibrated.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48828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70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persistence supports one server process.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finance-specific transformer models.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318211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source corroboration and entity resolution.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403250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 scenarios to historical market data.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48828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02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to VaR, expected shortfall and contagion.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590702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B54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prototype. No guaranteed predictions or investment advice.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</Words>
  <Application>Microsoft Office PowerPoint</Application>
  <PresentationFormat>Widescreen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Educational hackathon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RiskPulse AI</dc:title>
  <dc:subject>S&amp;P Global &amp; CRISIL Campus Hackathon 2026</dc:subject>
  <dc:creator>RiskPulse AI contributor</dc:creator>
  <cp:lastModifiedBy>SHATADRU ADHIKARY</cp:lastModifiedBy>
  <cp:revision>2</cp:revision>
  <dcterms:created xsi:type="dcterms:W3CDTF">2026-10-02T09:29:44Z</dcterms:created>
  <dcterms:modified xsi:type="dcterms:W3CDTF">2026-10-02T09:44:17Z</dcterms:modified>
</cp:coreProperties>
</file>
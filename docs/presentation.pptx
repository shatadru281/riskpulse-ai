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 value (USD millions)</c:v>
                </c:pt>
              </c:strCache>
            </c:strRef>
          </c:tx>
          <c:spPr>
            <a:solidFill>
              <a:srgbClr val="102C36"/>
            </a:solidFill>
            <a:effectLst/>
          </c:spPr>
          <c:invertIfNegative val="0"/>
          <c:dLbls>
            <c:numFmt formatCode="0.00&quot;M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02C36"/>
                    </a:solidFill>
                    <a:latin typeface="Apto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2C3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87F7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Before</c:v>
                  </c:pt>
                  <c:pt idx="1">
                    <c:v>After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93.91860386</c:v>
                </c:pt>
              </c:numCache>
            </c:numRef>
          </c:val>
        </c:ser>
        <c:dLbls>
          <c:numFmt formatCode="0.00&quot;M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02C36"/>
                  </a:solidFill>
                  <a:latin typeface="Apto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Educational hackathon prototype. All demo reports and portfolio positions are synthetic. Fill candidate details before submission. Branding does not imply sponsor endorsement.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value chain is information, intelligence, risk signal, scenario, portfolio impact and decision support. The application implements Module B strategic portfolio stress testing.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 are BBC business RSS and Reddit finance Atom in live mode, plus independent local fallbacks. Source adapters normalize content. Cleaning, deduplication and dictionary entities feed a deterministic provider. Local JSON persists normalized inputs, signals and scenario results. The browser polls state every 30 seconds; live feeds refresh at most once per five minutes while requested. See docs/METHODOLOGY.md and source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Values come from the actual TypeScript risk engine at a fixed demonstration clock. No random scores, pretrained model or paid API is required. Confidence is rule evidence, not measured accuracy. Transformers.js was investigated but model downloads and finance-specific validation were avoided for reliable offline judging. https://huggingface.co/docs/transformers.js/en/pipelines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generator computes these outputs by calling the same services as the API. Rates and spreads are decimals internally; 0.01 equals 100 basis points. Duration values bonds, incremental EAD × PD × LGD values loans, signed DV01 values swaps, and signed exposure values FX. Derivative hedges can gain. This scenario is not a forecast.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screenshot is a locally rendered application view, when available. Key outputs include machine-readable signals, factors explaining impact, automatic threshold triggers, individual scenario exports and position-level loss attribution. These are prototype capabilities, not evidence of predictive accuracy.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Limitations include fixed parallel shocks, no convexity, no yield-curve modeling, no stressed liquidity, no calibrated dependence or production authentication. Real company dictionary entries are lookup examples only. All sample events are fictional.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C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96012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5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RiskPulse AI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731520" y="233172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rgbClr val="ABD8C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Real-Time AI Financial Risk Intelligence &amp;</a:t>
            </a:r>
            <a:endParaRPr lang="en-US" sz="2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rgbClr val="ABD8C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Event-Driven Portfolio Stress Testing Platform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069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9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S&amp;P Global &amp; CRISIL Campus Hackathon 2026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31520" y="4828032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A1B9B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Candidate: [FILL HERE]</a:t>
            </a:r>
            <a:endParaRPr lang="en-US" sz="1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A1B9B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College / campus: [FILL HERE]</a:t>
            </a:r>
            <a:endParaRPr lang="en-US" sz="1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A1B9B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College email: [FILL HERE]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C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 &amp; approach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8780"/>
                </a:solidFill>
              </a:rPr>
              <a:t>RiskPulse AI   /   Campus Hackathon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064240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08780"/>
                </a:solidFill>
              </a:rPr>
              <a:t>02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3258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02C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External information moves faster than a static portfolio view.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94360" y="24048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300" dirty="0">
                <a:solidFill>
                  <a:srgbClr val="7087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teams need to see which event matters, why it matters, and how an illustrative scenario affects their exposures.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38404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087F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440740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300" b="1" dirty="0">
                <a:solidFill>
                  <a:srgbClr val="102C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News + social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3017520" y="4663440"/>
            <a:ext cx="292608" cy="0"/>
          </a:xfrm>
          <a:prstGeom prst="line">
            <a:avLst/>
          </a:prstGeom>
          <a:noFill/>
          <a:ln w="19050">
            <a:solidFill>
              <a:srgbClr val="087F70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3474720" y="38404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087F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474720" y="440740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300" b="1" dirty="0">
                <a:solidFill>
                  <a:srgbClr val="102C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Unified NLP</a:t>
            </a:r>
            <a:endParaRPr lang="en-US" sz="2300" dirty="0"/>
          </a:p>
        </p:txBody>
      </p:sp>
      <p:sp>
        <p:nvSpPr>
          <p:cNvPr id="12" name="Shape 10"/>
          <p:cNvSpPr/>
          <p:nvPr/>
        </p:nvSpPr>
        <p:spPr>
          <a:xfrm>
            <a:off x="5897880" y="4663440"/>
            <a:ext cx="292608" cy="0"/>
          </a:xfrm>
          <a:prstGeom prst="line">
            <a:avLst/>
          </a:prstGeom>
          <a:noFill/>
          <a:ln w="19050">
            <a:solidFill>
              <a:srgbClr val="087F70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6355080" y="38404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087F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355080" y="440740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300" b="1" dirty="0">
                <a:solidFill>
                  <a:srgbClr val="102C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signals</a:t>
            </a:r>
            <a:endParaRPr lang="en-US" sz="2300" dirty="0"/>
          </a:p>
        </p:txBody>
      </p:sp>
      <p:sp>
        <p:nvSpPr>
          <p:cNvPr id="15" name="Shape 13"/>
          <p:cNvSpPr/>
          <p:nvPr/>
        </p:nvSpPr>
        <p:spPr>
          <a:xfrm>
            <a:off x="8778240" y="4663440"/>
            <a:ext cx="292608" cy="0"/>
          </a:xfrm>
          <a:prstGeom prst="line">
            <a:avLst/>
          </a:prstGeom>
          <a:noFill/>
          <a:ln w="19050">
            <a:solidFill>
              <a:srgbClr val="087F70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235440" y="38404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087F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235440" y="440740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300" b="1" dirty="0">
                <a:solidFill>
                  <a:srgbClr val="102C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Stress testing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594360" y="5596128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7087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support starts with traceable evidence and a visible link to portfolio impact.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C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8780"/>
                </a:solidFill>
              </a:rPr>
              <a:t>RiskPulse AI   /   Campus Hackathon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064240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08780"/>
                </a:solidFill>
              </a:rPr>
              <a:t>03</a:t>
            </a:r>
            <a:endParaRPr lang="en-US" sz="900" dirty="0"/>
          </a:p>
        </p:txBody>
      </p:sp>
      <p:pic>
        <p:nvPicPr>
          <p:cNvPr id="5" name="Image 0" descr="doc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1912" y="1133856"/>
            <a:ext cx="9025128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C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Unified AI/NLP Risk Engine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8780"/>
                </a:solidFill>
              </a:rPr>
              <a:t>RiskPulse AI   /   Campus Hackathon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064240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08780"/>
                </a:solidFill>
              </a:rPr>
              <a:t>04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17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087F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Sentiment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2926080" y="1417320"/>
            <a:ext cx="84124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102C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Weighted financial phrases with negation and intensifiers. Range −1 to +1.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2487168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087F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Classification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2926080" y="2487168"/>
            <a:ext cx="84124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102C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Eleven event classes compete on weighted evidence. Confidence is heuristic.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4360" y="3557016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087F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2926080" y="3557016"/>
            <a:ext cx="84124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102C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Severity, sentiment, urgency, systemic context, entities, source and recency.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94360" y="4626864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087F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Entities &amp; evidence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2926080" y="4626864"/>
            <a:ext cx="84124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102C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Configurable names and tickers. Matched terms and every impact factor remain visible.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94360" y="583387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7087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Geopolitical demo: sentiment -0.982  /  impact 9.5/10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C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Event-driven portfolio stress testing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8780"/>
                </a:solidFill>
              </a:rPr>
              <a:t>RiskPulse AI   /   Campus Hackathon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064240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08780"/>
                </a:solidFill>
              </a:rPr>
              <a:t>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2344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dirty="0">
                <a:solidFill>
                  <a:srgbClr val="7087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High-impact event → scenario → shocks → valuation → portfolio impact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94360" y="196596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700" b="1" dirty="0">
                <a:solidFill>
                  <a:srgbClr val="102C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Geopolitical event   9.5/10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94360" y="2788920"/>
            <a:ext cx="47548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02C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Equity -9.39%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02C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Rates +94 bp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02C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 spreads +141 bp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02C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FX -4.69%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217920" y="2011680"/>
          <a:ext cx="512064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594360" y="52578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900" b="1" dirty="0">
                <a:solidFill>
                  <a:srgbClr val="B549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$6.08M illustrative loss  /  6.08% drawdown</a:t>
            </a:r>
            <a:endParaRPr lang="en-US" sz="2900" dirty="0"/>
          </a:p>
        </p:txBody>
      </p:sp>
      <p:sp>
        <p:nvSpPr>
          <p:cNvPr id="10" name="Text 7"/>
          <p:cNvSpPr/>
          <p:nvPr/>
        </p:nvSpPr>
        <p:spPr>
          <a:xfrm>
            <a:off x="594360" y="597103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7087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DEMONSTRATION ASSUMPTIONS. Independent scenario on a $100M synthetic portfolio.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C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Results &amp; domain impact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8780"/>
                </a:solidFill>
              </a:rPr>
              <a:t>RiskPulse AI   /   Campus Hackathon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064240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08780"/>
                </a:solidFill>
              </a:rPr>
              <a:t>06</a:t>
            </a:r>
            <a:endParaRPr lang="en-US" sz="900" dirty="0"/>
          </a:p>
        </p:txBody>
      </p:sp>
      <p:pic>
        <p:nvPicPr>
          <p:cNvPr id="5" name="Image 0" descr="docs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71600"/>
            <a:ext cx="6515100" cy="45262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41080" y="16002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4600" b="1" dirty="0">
                <a:solidFill>
                  <a:srgbClr val="087F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641080" y="2359152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02C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reproducible demo scenarios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641080" y="343814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4600" b="1" dirty="0">
                <a:solidFill>
                  <a:srgbClr val="087F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4600" dirty="0"/>
          </a:p>
        </p:txBody>
      </p:sp>
      <p:sp>
        <p:nvSpPr>
          <p:cNvPr id="9" name="Text 6"/>
          <p:cNvSpPr/>
          <p:nvPr/>
        </p:nvSpPr>
        <p:spPr>
          <a:xfrm>
            <a:off x="8641080" y="4197096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02C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positions across six asset classes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94360" y="592531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7087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evidence trail links a financial headline to a scenario and asset-level losses.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C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Limitations &amp;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8780"/>
                </a:solidFill>
              </a:rPr>
              <a:t>RiskPulse AI   /   Campus Hackathon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064240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08780"/>
                </a:solidFill>
              </a:rPr>
              <a:t>07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508760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600" b="1" dirty="0">
                <a:solidFill>
                  <a:srgbClr val="102C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boundaries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0" y="1508760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600" b="1" dirty="0">
                <a:solidFill>
                  <a:srgbClr val="087F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improvements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94360" y="233172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7087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Rule-based English NLP can miss context.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94360" y="3182112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7087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feeds can fail or contain rumors.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4360" y="403250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7087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Shocks are illustrative and uncalibrated.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94360" y="48828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7087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persistence supports one server process.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0" y="233172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102C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 finance-specific transformer models.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3182112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102C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source corroboration and entity resolution.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0" y="403250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102C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Calibrate scenarios to historical market data.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00800" y="48828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102C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Extend to VaR, expected shortfall and contagion.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94360" y="590702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B549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Educational prototype. No guaranteed predictions or investment advice.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Educational hackathon prototype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RiskPulse AI</dc:title>
  <dc:subject>S&amp;P Global &amp; CRISIL Campus Hackathon 2026</dc:subject>
  <dc:creator>RiskPulse AI contributor</dc:creator>
  <cp:lastModifiedBy>RiskPulse AI contributor</cp:lastModifiedBy>
  <cp:revision>1</cp:revision>
  <dcterms:created xsi:type="dcterms:W3CDTF">2026-10-02T09:29:44Z</dcterms:created>
  <dcterms:modified xsi:type="dcterms:W3CDTF">2026-10-02T09:29:44Z</dcterms:modified>
</cp:coreProperties>
</file>